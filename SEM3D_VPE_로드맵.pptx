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9728" cy="1737360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맑은 고딕"/>
              </a:rPr>
              <a:t>SEM3D 기반의 Virtual Integration을 위한</a:t>
            </a:r>
          </a:p>
          <a:p>
            <a:r>
              <a:rPr sz="3000" b="1">
                <a:solidFill>
                  <a:srgbClr val="FFFFFF"/>
                </a:solidFill>
                <a:latin typeface="맑은 고딕"/>
              </a:rPr>
              <a:t>VPE 환경 구축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9C6E6"/>
                </a:solidFill>
                <a:latin typeface="맑은 고딕"/>
              </a:rPr>
              <a:t>Virtual Process Engineering Environment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E6FF2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10058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800">
                <a:solidFill>
                  <a:srgbClr val="444A54"/>
                </a:solidFill>
                <a:latin typeface="맑은 고딕"/>
              </a:rPr>
              <a:t>▪  자사에 Virtual Process Integration 환경 구축이 필요하나, 기존 SEM3D Emulator는 엔지니어가 쉽게 접근하기 어려웠다.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800">
                <a:solidFill>
                  <a:srgbClr val="444A54"/>
                </a:solidFill>
                <a:latin typeface="맑은 고딕"/>
              </a:rPr>
              <a:t>▪  이런 접근 장벽을 낮추고자 Smart ECO 기반의 MMDM을 통한 SEM3D Emulator 실행 방식을 구축한다.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6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E6FF2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10058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A0A6B0"/>
                </a:solidFill>
                <a:latin typeface="맑은 고딕"/>
              </a:rPr>
              <a:t>(효과 내용을 입력해 주시면 채워 넣겠습니다)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